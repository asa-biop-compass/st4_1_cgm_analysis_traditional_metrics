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6" r:id="rId5"/>
    <p:sldId id="277" r:id="rId6"/>
    <p:sldId id="281" r:id="rId7"/>
    <p:sldId id="282" r:id="rId8"/>
    <p:sldId id="284" r:id="rId9"/>
    <p:sldId id="2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DDCA2C-E86E-4BC6-8CEA-2654016AD989}" v="525" dt="2026-06-04T15:53:59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22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 Wang (C)" userId="47f57cf1-ee02-47ad-8d26-5c8ec5a7ac88" providerId="ADAL" clId="{96735674-DF1F-42CC-91C9-1F33DDB206B0}"/>
    <pc:docChg chg="undo custSel addSld delSld modSld sldOrd">
      <pc:chgData name="Qi Wang (C)" userId="47f57cf1-ee02-47ad-8d26-5c8ec5a7ac88" providerId="ADAL" clId="{96735674-DF1F-42CC-91C9-1F33DDB206B0}" dt="2026-06-04T16:23:07.190" v="6144" actId="478"/>
      <pc:docMkLst>
        <pc:docMk/>
      </pc:docMkLst>
      <pc:sldChg chg="modSp new mod">
        <pc:chgData name="Qi Wang (C)" userId="47f57cf1-ee02-47ad-8d26-5c8ec5a7ac88" providerId="ADAL" clId="{96735674-DF1F-42CC-91C9-1F33DDB206B0}" dt="2026-06-03T19:36:16.935" v="4453" actId="20577"/>
        <pc:sldMkLst>
          <pc:docMk/>
          <pc:sldMk cId="3291273158" sldId="256"/>
        </pc:sldMkLst>
        <pc:spChg chg="mod">
          <ac:chgData name="Qi Wang (C)" userId="47f57cf1-ee02-47ad-8d26-5c8ec5a7ac88" providerId="ADAL" clId="{96735674-DF1F-42CC-91C9-1F33DDB206B0}" dt="2026-06-03T19:36:01.395" v="4442" actId="20577"/>
          <ac:spMkLst>
            <pc:docMk/>
            <pc:sldMk cId="3291273158" sldId="256"/>
            <ac:spMk id="2" creationId="{2204202A-DA5D-FB1D-46BE-087C2CE4388C}"/>
          </ac:spMkLst>
        </pc:spChg>
        <pc:spChg chg="mod">
          <ac:chgData name="Qi Wang (C)" userId="47f57cf1-ee02-47ad-8d26-5c8ec5a7ac88" providerId="ADAL" clId="{96735674-DF1F-42CC-91C9-1F33DDB206B0}" dt="2026-06-03T19:36:16.935" v="4453" actId="20577"/>
          <ac:spMkLst>
            <pc:docMk/>
            <pc:sldMk cId="3291273158" sldId="256"/>
            <ac:spMk id="3" creationId="{FF099C9F-E1F7-003F-8805-9C93D2A31D0B}"/>
          </ac:spMkLst>
        </pc:spChg>
      </pc:sldChg>
      <pc:sldChg chg="modSp new mod">
        <pc:chgData name="Qi Wang (C)" userId="47f57cf1-ee02-47ad-8d26-5c8ec5a7ac88" providerId="ADAL" clId="{96735674-DF1F-42CC-91C9-1F33DDB206B0}" dt="2026-06-03T19:43:56.982" v="5138" actId="20577"/>
        <pc:sldMkLst>
          <pc:docMk/>
          <pc:sldMk cId="758130624" sldId="257"/>
        </pc:sldMkLst>
        <pc:spChg chg="mod">
          <ac:chgData name="Qi Wang (C)" userId="47f57cf1-ee02-47ad-8d26-5c8ec5a7ac88" providerId="ADAL" clId="{96735674-DF1F-42CC-91C9-1F33DDB206B0}" dt="2026-06-03T19:36:35.873" v="4481" actId="20577"/>
          <ac:spMkLst>
            <pc:docMk/>
            <pc:sldMk cId="758130624" sldId="257"/>
            <ac:spMk id="2" creationId="{969ED66A-8354-8C16-C13B-C27DFB6F95B1}"/>
          </ac:spMkLst>
        </pc:spChg>
        <pc:spChg chg="mod">
          <ac:chgData name="Qi Wang (C)" userId="47f57cf1-ee02-47ad-8d26-5c8ec5a7ac88" providerId="ADAL" clId="{96735674-DF1F-42CC-91C9-1F33DDB206B0}" dt="2026-06-03T19:43:56.982" v="5138" actId="20577"/>
          <ac:spMkLst>
            <pc:docMk/>
            <pc:sldMk cId="758130624" sldId="257"/>
            <ac:spMk id="3" creationId="{673BF69D-E86B-4B25-9385-E502C81CBDC3}"/>
          </ac:spMkLst>
        </pc:spChg>
      </pc:sldChg>
      <pc:sldChg chg="modSp new del mod">
        <pc:chgData name="Qi Wang (C)" userId="47f57cf1-ee02-47ad-8d26-5c8ec5a7ac88" providerId="ADAL" clId="{96735674-DF1F-42CC-91C9-1F33DDB206B0}" dt="2026-06-03T19:36:24.401" v="4460" actId="47"/>
        <pc:sldMkLst>
          <pc:docMk/>
          <pc:sldMk cId="1252566539" sldId="258"/>
        </pc:sldMkLst>
      </pc:sldChg>
      <pc:sldChg chg="modSp new mod">
        <pc:chgData name="Qi Wang (C)" userId="47f57cf1-ee02-47ad-8d26-5c8ec5a7ac88" providerId="ADAL" clId="{96735674-DF1F-42CC-91C9-1F33DDB206B0}" dt="2026-06-03T19:40:43.696" v="4926" actId="20577"/>
        <pc:sldMkLst>
          <pc:docMk/>
          <pc:sldMk cId="2057354514" sldId="258"/>
        </pc:sldMkLst>
        <pc:spChg chg="mod">
          <ac:chgData name="Qi Wang (C)" userId="47f57cf1-ee02-47ad-8d26-5c8ec5a7ac88" providerId="ADAL" clId="{96735674-DF1F-42CC-91C9-1F33DDB206B0}" dt="2026-06-03T19:40:05.655" v="4850" actId="20577"/>
          <ac:spMkLst>
            <pc:docMk/>
            <pc:sldMk cId="2057354514" sldId="258"/>
            <ac:spMk id="2" creationId="{A87F1F95-965B-1F16-5216-C6CD7004FBF9}"/>
          </ac:spMkLst>
        </pc:spChg>
        <pc:spChg chg="mod">
          <ac:chgData name="Qi Wang (C)" userId="47f57cf1-ee02-47ad-8d26-5c8ec5a7ac88" providerId="ADAL" clId="{96735674-DF1F-42CC-91C9-1F33DDB206B0}" dt="2026-06-03T19:40:43.696" v="4926" actId="20577"/>
          <ac:spMkLst>
            <pc:docMk/>
            <pc:sldMk cId="2057354514" sldId="258"/>
            <ac:spMk id="3" creationId="{A7F3285E-4692-7288-A3AE-47F4D5FC5A6F}"/>
          </ac:spMkLst>
        </pc:spChg>
      </pc:sldChg>
      <pc:sldChg chg="addSp modSp new mod ord">
        <pc:chgData name="Qi Wang (C)" userId="47f57cf1-ee02-47ad-8d26-5c8ec5a7ac88" providerId="ADAL" clId="{96735674-DF1F-42CC-91C9-1F33DDB206B0}" dt="2026-06-04T16:02:03.255" v="6134"/>
        <pc:sldMkLst>
          <pc:docMk/>
          <pc:sldMk cId="3126770756" sldId="259"/>
        </pc:sldMkLst>
        <pc:spChg chg="mod">
          <ac:chgData name="Qi Wang (C)" userId="47f57cf1-ee02-47ad-8d26-5c8ec5a7ac88" providerId="ADAL" clId="{96735674-DF1F-42CC-91C9-1F33DDB206B0}" dt="2026-06-03T19:44:12.827" v="5151" actId="20577"/>
          <ac:spMkLst>
            <pc:docMk/>
            <pc:sldMk cId="3126770756" sldId="259"/>
            <ac:spMk id="2" creationId="{824AC8C8-5ECB-C37D-189C-1E6914CC198C}"/>
          </ac:spMkLst>
        </pc:spChg>
        <pc:spChg chg="mod">
          <ac:chgData name="Qi Wang (C)" userId="47f57cf1-ee02-47ad-8d26-5c8ec5a7ac88" providerId="ADAL" clId="{96735674-DF1F-42CC-91C9-1F33DDB206B0}" dt="2026-06-03T19:52:49.940" v="5315" actId="14100"/>
          <ac:spMkLst>
            <pc:docMk/>
            <pc:sldMk cId="3126770756" sldId="259"/>
            <ac:spMk id="3" creationId="{9254D1F1-F100-7D2A-07C2-779F87873408}"/>
          </ac:spMkLst>
        </pc:spChg>
        <pc:picChg chg="add mod">
          <ac:chgData name="Qi Wang (C)" userId="47f57cf1-ee02-47ad-8d26-5c8ec5a7ac88" providerId="ADAL" clId="{96735674-DF1F-42CC-91C9-1F33DDB206B0}" dt="2026-06-03T19:52:42.447" v="5313" actId="1076"/>
          <ac:picMkLst>
            <pc:docMk/>
            <pc:sldMk cId="3126770756" sldId="259"/>
            <ac:picMk id="5" creationId="{23AA839E-B0EF-F47B-9171-6C375653E84D}"/>
          </ac:picMkLst>
        </pc:picChg>
      </pc:sldChg>
      <pc:sldChg chg="addSp delSp modSp new mod">
        <pc:chgData name="Qi Wang (C)" userId="47f57cf1-ee02-47ad-8d26-5c8ec5a7ac88" providerId="ADAL" clId="{96735674-DF1F-42CC-91C9-1F33DDB206B0}" dt="2026-06-04T16:23:07.190" v="6144" actId="478"/>
        <pc:sldMkLst>
          <pc:docMk/>
          <pc:sldMk cId="134281394" sldId="260"/>
        </pc:sldMkLst>
        <pc:spChg chg="mod">
          <ac:chgData name="Qi Wang (C)" userId="47f57cf1-ee02-47ad-8d26-5c8ec5a7ac88" providerId="ADAL" clId="{96735674-DF1F-42CC-91C9-1F33DDB206B0}" dt="2026-06-04T15:20:10.944" v="5333" actId="20577"/>
          <ac:spMkLst>
            <pc:docMk/>
            <pc:sldMk cId="134281394" sldId="260"/>
            <ac:spMk id="2" creationId="{58F1AB04-925F-FD11-4BB9-22DCD98A609D}"/>
          </ac:spMkLst>
        </pc:spChg>
        <pc:spChg chg="mod">
          <ac:chgData name="Qi Wang (C)" userId="47f57cf1-ee02-47ad-8d26-5c8ec5a7ac88" providerId="ADAL" clId="{96735674-DF1F-42CC-91C9-1F33DDB206B0}" dt="2026-06-04T15:49:04.892" v="6084" actId="20577"/>
          <ac:spMkLst>
            <pc:docMk/>
            <pc:sldMk cId="134281394" sldId="260"/>
            <ac:spMk id="3" creationId="{B58AA63C-09E4-7A25-780B-4980FE4A423C}"/>
          </ac:spMkLst>
        </pc:spChg>
        <pc:grpChg chg="del mod">
          <ac:chgData name="Qi Wang (C)" userId="47f57cf1-ee02-47ad-8d26-5c8ec5a7ac88" providerId="ADAL" clId="{96735674-DF1F-42CC-91C9-1F33DDB206B0}" dt="2026-06-04T15:50:42.687" v="6094"/>
          <ac:grpSpMkLst>
            <pc:docMk/>
            <pc:sldMk cId="134281394" sldId="260"/>
            <ac:grpSpMk id="11" creationId="{328C7DA5-69AC-BACE-1CE6-C3EA7810A181}"/>
          </ac:grpSpMkLst>
        </pc:grpChg>
        <pc:grpChg chg="del mod">
          <ac:chgData name="Qi Wang (C)" userId="47f57cf1-ee02-47ad-8d26-5c8ec5a7ac88" providerId="ADAL" clId="{96735674-DF1F-42CC-91C9-1F33DDB206B0}" dt="2026-06-04T15:50:42.687" v="6094"/>
          <ac:grpSpMkLst>
            <pc:docMk/>
            <pc:sldMk cId="134281394" sldId="260"/>
            <ac:grpSpMk id="12" creationId="{8A44DA9D-C935-DA85-FD87-883934DBCBEC}"/>
          </ac:grpSpMkLst>
        </pc:grpChg>
        <pc:grpChg chg="del mod">
          <ac:chgData name="Qi Wang (C)" userId="47f57cf1-ee02-47ad-8d26-5c8ec5a7ac88" providerId="ADAL" clId="{96735674-DF1F-42CC-91C9-1F33DDB206B0}" dt="2026-06-04T15:50:47.367" v="6096"/>
          <ac:grpSpMkLst>
            <pc:docMk/>
            <pc:sldMk cId="134281394" sldId="260"/>
            <ac:grpSpMk id="14" creationId="{AD039B3A-5C42-770A-A6E1-F7BC9AD89F0A}"/>
          </ac:grpSpMkLst>
        </pc:grpChg>
        <pc:grpChg chg="del mod">
          <ac:chgData name="Qi Wang (C)" userId="47f57cf1-ee02-47ad-8d26-5c8ec5a7ac88" providerId="ADAL" clId="{96735674-DF1F-42CC-91C9-1F33DDB206B0}" dt="2026-06-04T15:51:06.297" v="6099"/>
          <ac:grpSpMkLst>
            <pc:docMk/>
            <pc:sldMk cId="134281394" sldId="260"/>
            <ac:grpSpMk id="16" creationId="{27149366-9700-B299-CE3A-7BD8B4ED1BA4}"/>
          </ac:grpSpMkLst>
        </pc:grpChg>
        <pc:grpChg chg="del mod">
          <ac:chgData name="Qi Wang (C)" userId="47f57cf1-ee02-47ad-8d26-5c8ec5a7ac88" providerId="ADAL" clId="{96735674-DF1F-42CC-91C9-1F33DDB206B0}" dt="2026-06-04T16:23:04.563" v="6142" actId="478"/>
          <ac:grpSpMkLst>
            <pc:docMk/>
            <pc:sldMk cId="134281394" sldId="260"/>
            <ac:grpSpMk id="19" creationId="{B234FF3D-A2E8-0F6E-1967-7A90B6572168}"/>
          </ac:grpSpMkLst>
        </pc:grpChg>
        <pc:grpChg chg="del mod">
          <ac:chgData name="Qi Wang (C)" userId="47f57cf1-ee02-47ad-8d26-5c8ec5a7ac88" providerId="ADAL" clId="{96735674-DF1F-42CC-91C9-1F33DDB206B0}" dt="2026-06-04T15:51:13.722" v="6105"/>
          <ac:grpSpMkLst>
            <pc:docMk/>
            <pc:sldMk cId="134281394" sldId="260"/>
            <ac:grpSpMk id="25" creationId="{D6C87848-C72E-AB37-FA4B-084EF4AC69D0}"/>
          </ac:grpSpMkLst>
        </pc:grpChg>
        <pc:grpChg chg="del mod">
          <ac:chgData name="Qi Wang (C)" userId="47f57cf1-ee02-47ad-8d26-5c8ec5a7ac88" providerId="ADAL" clId="{96735674-DF1F-42CC-91C9-1F33DDB206B0}" dt="2026-06-04T15:51:15.413" v="6107"/>
          <ac:grpSpMkLst>
            <pc:docMk/>
            <pc:sldMk cId="134281394" sldId="260"/>
            <ac:grpSpMk id="26" creationId="{2596C725-F484-2BA7-E746-12940DE35ACC}"/>
          </ac:grpSpMkLst>
        </pc:grpChg>
        <pc:grpChg chg="del mod">
          <ac:chgData name="Qi Wang (C)" userId="47f57cf1-ee02-47ad-8d26-5c8ec5a7ac88" providerId="ADAL" clId="{96735674-DF1F-42CC-91C9-1F33DDB206B0}" dt="2026-06-04T15:51:45.107" v="6116"/>
          <ac:grpSpMkLst>
            <pc:docMk/>
            <pc:sldMk cId="134281394" sldId="260"/>
            <ac:grpSpMk id="28" creationId="{886272D6-8BC0-A15B-CE60-7D92BA25BED5}"/>
          </ac:grpSpMkLst>
        </pc:grpChg>
        <pc:grpChg chg="del mod">
          <ac:chgData name="Qi Wang (C)" userId="47f57cf1-ee02-47ad-8d26-5c8ec5a7ac88" providerId="ADAL" clId="{96735674-DF1F-42CC-91C9-1F33DDB206B0}" dt="2026-06-04T15:51:48.148" v="6118"/>
          <ac:grpSpMkLst>
            <pc:docMk/>
            <pc:sldMk cId="134281394" sldId="260"/>
            <ac:grpSpMk id="35" creationId="{DD4B5AF1-96D3-ED52-CF37-3F84D26FE03F}"/>
          </ac:grpSpMkLst>
        </pc:grpChg>
        <pc:grpChg chg="del mod">
          <ac:chgData name="Qi Wang (C)" userId="47f57cf1-ee02-47ad-8d26-5c8ec5a7ac88" providerId="ADAL" clId="{96735674-DF1F-42CC-91C9-1F33DDB206B0}" dt="2026-06-04T15:52:16.159" v="6120"/>
          <ac:grpSpMkLst>
            <pc:docMk/>
            <pc:sldMk cId="134281394" sldId="260"/>
            <ac:grpSpMk id="37" creationId="{999DB385-8C59-3C5E-A756-B4B81485AA74}"/>
          </ac:grpSpMkLst>
        </pc:grpChg>
        <pc:grpChg chg="del mod">
          <ac:chgData name="Qi Wang (C)" userId="47f57cf1-ee02-47ad-8d26-5c8ec5a7ac88" providerId="ADAL" clId="{96735674-DF1F-42CC-91C9-1F33DDB206B0}" dt="2026-06-04T15:53:22.933" v="6126"/>
          <ac:grpSpMkLst>
            <pc:docMk/>
            <pc:sldMk cId="134281394" sldId="260"/>
            <ac:grpSpMk id="39" creationId="{0FE28A8C-31FD-73EE-CDB5-C1C20879ECFA}"/>
          </ac:grpSpMkLst>
        </pc:grpChg>
        <pc:grpChg chg="del mod">
          <ac:chgData name="Qi Wang (C)" userId="47f57cf1-ee02-47ad-8d26-5c8ec5a7ac88" providerId="ADAL" clId="{96735674-DF1F-42CC-91C9-1F33DDB206B0}" dt="2026-06-04T16:22:59.178" v="6136" actId="478"/>
          <ac:grpSpMkLst>
            <pc:docMk/>
            <pc:sldMk cId="134281394" sldId="260"/>
            <ac:grpSpMk id="41" creationId="{25D01605-B473-D8EE-E534-AFC16103F723}"/>
          </ac:grpSpMkLst>
        </pc:grpChg>
        <pc:grpChg chg="del mod">
          <ac:chgData name="Qi Wang (C)" userId="47f57cf1-ee02-47ad-8d26-5c8ec5a7ac88" providerId="ADAL" clId="{96735674-DF1F-42CC-91C9-1F33DDB206B0}" dt="2026-06-04T15:53:40.748" v="6129"/>
          <ac:grpSpMkLst>
            <pc:docMk/>
            <pc:sldMk cId="134281394" sldId="260"/>
            <ac:grpSpMk id="45" creationId="{B1F28D0C-53F9-725F-463E-D51C7DFD35DA}"/>
          </ac:grpSpMkLst>
        </pc:grpChg>
        <pc:grpChg chg="del mod">
          <ac:chgData name="Qi Wang (C)" userId="47f57cf1-ee02-47ad-8d26-5c8ec5a7ac88" providerId="ADAL" clId="{96735674-DF1F-42CC-91C9-1F33DDB206B0}" dt="2026-06-04T16:23:07.190" v="6144" actId="478"/>
          <ac:grpSpMkLst>
            <pc:docMk/>
            <pc:sldMk cId="134281394" sldId="260"/>
            <ac:grpSpMk id="47" creationId="{1563D400-5518-242B-96DE-88D49AC89E9D}"/>
          </ac:grpSpMkLst>
        </pc:grpChg>
        <pc:grpChg chg="del mod">
          <ac:chgData name="Qi Wang (C)" userId="47f57cf1-ee02-47ad-8d26-5c8ec5a7ac88" providerId="ADAL" clId="{96735674-DF1F-42CC-91C9-1F33DDB206B0}" dt="2026-06-04T16:22:58.357" v="6135" actId="478"/>
          <ac:grpSpMkLst>
            <pc:docMk/>
            <pc:sldMk cId="134281394" sldId="260"/>
            <ac:grpSpMk id="50" creationId="{F290CD2B-FC34-6AF1-66AB-5FBF48531748}"/>
          </ac:grpSpMkLst>
        </pc:grpChg>
        <pc:inkChg chg="add mod">
          <ac:chgData name="Qi Wang (C)" userId="47f57cf1-ee02-47ad-8d26-5c8ec5a7ac88" providerId="ADAL" clId="{96735674-DF1F-42CC-91C9-1F33DDB206B0}" dt="2026-06-04T15:53:59.814" v="6131"/>
          <ac:inkMkLst>
            <pc:docMk/>
            <pc:sldMk cId="134281394" sldId="260"/>
            <ac:inkMk id="4" creationId="{BD6D746C-5B18-5886-C62D-6918EF46B834}"/>
          </ac:inkMkLst>
        </pc:inkChg>
        <pc:inkChg chg="add del mod">
          <ac:chgData name="Qi Wang (C)" userId="47f57cf1-ee02-47ad-8d26-5c8ec5a7ac88" providerId="ADAL" clId="{96735674-DF1F-42CC-91C9-1F33DDB206B0}" dt="2026-06-04T15:53:59.814" v="6131"/>
          <ac:inkMkLst>
            <pc:docMk/>
            <pc:sldMk cId="134281394" sldId="260"/>
            <ac:inkMk id="5" creationId="{1CA1505B-BBF5-F27F-60B4-A49A7936808E}"/>
          </ac:inkMkLst>
        </pc:inkChg>
        <pc:inkChg chg="add mod">
          <ac:chgData name="Qi Wang (C)" userId="47f57cf1-ee02-47ad-8d26-5c8ec5a7ac88" providerId="ADAL" clId="{96735674-DF1F-42CC-91C9-1F33DDB206B0}" dt="2026-06-04T15:53:59.814" v="6131"/>
          <ac:inkMkLst>
            <pc:docMk/>
            <pc:sldMk cId="134281394" sldId="260"/>
            <ac:inkMk id="6" creationId="{1DD7DF02-7C7D-F217-4FEC-69AEBBA60CA1}"/>
          </ac:inkMkLst>
        </pc:inkChg>
        <pc:inkChg chg="add mod">
          <ac:chgData name="Qi Wang (C)" userId="47f57cf1-ee02-47ad-8d26-5c8ec5a7ac88" providerId="ADAL" clId="{96735674-DF1F-42CC-91C9-1F33DDB206B0}" dt="2026-06-04T15:53:59.814" v="6131"/>
          <ac:inkMkLst>
            <pc:docMk/>
            <pc:sldMk cId="134281394" sldId="260"/>
            <ac:inkMk id="7" creationId="{2DBD6853-6192-81A4-B536-09CFC8D4D198}"/>
          </ac:inkMkLst>
        </pc:inkChg>
        <pc:inkChg chg="add mod">
          <ac:chgData name="Qi Wang (C)" userId="47f57cf1-ee02-47ad-8d26-5c8ec5a7ac88" providerId="ADAL" clId="{96735674-DF1F-42CC-91C9-1F33DDB206B0}" dt="2026-06-04T15:53:59.814" v="6131"/>
          <ac:inkMkLst>
            <pc:docMk/>
            <pc:sldMk cId="134281394" sldId="260"/>
            <ac:inkMk id="8" creationId="{4A84CC73-3900-E27B-23B8-AAF458FD8B6E}"/>
          </ac:inkMkLst>
        </pc:inkChg>
        <pc:inkChg chg="add mod">
          <ac:chgData name="Qi Wang (C)" userId="47f57cf1-ee02-47ad-8d26-5c8ec5a7ac88" providerId="ADAL" clId="{96735674-DF1F-42CC-91C9-1F33DDB206B0}" dt="2026-06-04T15:53:59.814" v="6131"/>
          <ac:inkMkLst>
            <pc:docMk/>
            <pc:sldMk cId="134281394" sldId="260"/>
            <ac:inkMk id="9" creationId="{4F5BAD97-FB23-B8DA-6E4F-4460D832E029}"/>
          </ac:inkMkLst>
        </pc:inkChg>
        <pc:inkChg chg="add mod">
          <ac:chgData name="Qi Wang (C)" userId="47f57cf1-ee02-47ad-8d26-5c8ec5a7ac88" providerId="ADAL" clId="{96735674-DF1F-42CC-91C9-1F33DDB206B0}" dt="2026-06-04T15:53:59.814" v="6131"/>
          <ac:inkMkLst>
            <pc:docMk/>
            <pc:sldMk cId="134281394" sldId="260"/>
            <ac:inkMk id="10" creationId="{D36C1209-791B-86D7-AA00-75CD82255A01}"/>
          </ac:inkMkLst>
        </pc:inkChg>
        <pc:inkChg chg="add del mod">
          <ac:chgData name="Qi Wang (C)" userId="47f57cf1-ee02-47ad-8d26-5c8ec5a7ac88" providerId="ADAL" clId="{96735674-DF1F-42CC-91C9-1F33DDB206B0}" dt="2026-06-04T16:23:02.391" v="6140" actId="478"/>
          <ac:inkMkLst>
            <pc:docMk/>
            <pc:sldMk cId="134281394" sldId="260"/>
            <ac:inkMk id="13" creationId="{AAD6A8ED-2D30-F674-6A9F-1A4CCE449A91}"/>
          </ac:inkMkLst>
        </pc:inkChg>
        <pc:inkChg chg="add del">
          <ac:chgData name="Qi Wang (C)" userId="47f57cf1-ee02-47ad-8d26-5c8ec5a7ac88" providerId="ADAL" clId="{96735674-DF1F-42CC-91C9-1F33DDB206B0}" dt="2026-06-04T16:23:02.998" v="6141" actId="478"/>
          <ac:inkMkLst>
            <pc:docMk/>
            <pc:sldMk cId="134281394" sldId="260"/>
            <ac:inkMk id="15" creationId="{1CFB92DA-958C-25B8-E9D4-DB51DBB3B6DB}"/>
          </ac:inkMkLst>
        </pc:inkChg>
        <pc:inkChg chg="add del">
          <ac:chgData name="Qi Wang (C)" userId="47f57cf1-ee02-47ad-8d26-5c8ec5a7ac88" providerId="ADAL" clId="{96735674-DF1F-42CC-91C9-1F33DDB206B0}" dt="2026-06-04T16:23:01.522" v="6139" actId="478"/>
          <ac:inkMkLst>
            <pc:docMk/>
            <pc:sldMk cId="134281394" sldId="260"/>
            <ac:inkMk id="17" creationId="{FE4AC74D-4527-9E3C-239E-428068252E51}"/>
          </ac:inkMkLst>
        </pc:inkChg>
        <pc:inkChg chg="add mod">
          <ac:chgData name="Qi Wang (C)" userId="47f57cf1-ee02-47ad-8d26-5c8ec5a7ac88" providerId="ADAL" clId="{96735674-DF1F-42CC-91C9-1F33DDB206B0}" dt="2026-06-04T15:53:59.814" v="6131"/>
          <ac:inkMkLst>
            <pc:docMk/>
            <pc:sldMk cId="134281394" sldId="260"/>
            <ac:inkMk id="18" creationId="{2D3F0F71-A3DB-1346-86DA-1D8EC2BBDF0A}"/>
          </ac:inkMkLst>
        </pc:inkChg>
        <pc:inkChg chg="add mod">
          <ac:chgData name="Qi Wang (C)" userId="47f57cf1-ee02-47ad-8d26-5c8ec5a7ac88" providerId="ADAL" clId="{96735674-DF1F-42CC-91C9-1F33DDB206B0}" dt="2026-06-04T15:52:16.159" v="6120"/>
          <ac:inkMkLst>
            <pc:docMk/>
            <pc:sldMk cId="134281394" sldId="260"/>
            <ac:inkMk id="20" creationId="{A7DAC054-92A0-FBCA-2E2A-32AF1E62D064}"/>
          </ac:inkMkLst>
        </pc:inkChg>
        <pc:inkChg chg="add mod">
          <ac:chgData name="Qi Wang (C)" userId="47f57cf1-ee02-47ad-8d26-5c8ec5a7ac88" providerId="ADAL" clId="{96735674-DF1F-42CC-91C9-1F33DDB206B0}" dt="2026-06-04T15:52:16.159" v="6120"/>
          <ac:inkMkLst>
            <pc:docMk/>
            <pc:sldMk cId="134281394" sldId="260"/>
            <ac:inkMk id="21" creationId="{EAA52F66-C3C8-9E93-6C59-7EBB1AA5ED47}"/>
          </ac:inkMkLst>
        </pc:inkChg>
        <pc:inkChg chg="add mod">
          <ac:chgData name="Qi Wang (C)" userId="47f57cf1-ee02-47ad-8d26-5c8ec5a7ac88" providerId="ADAL" clId="{96735674-DF1F-42CC-91C9-1F33DDB206B0}" dt="2026-06-04T15:52:16.159" v="6120"/>
          <ac:inkMkLst>
            <pc:docMk/>
            <pc:sldMk cId="134281394" sldId="260"/>
            <ac:inkMk id="22" creationId="{EEB5A831-015F-7EDF-C338-706D8CBDB053}"/>
          </ac:inkMkLst>
        </pc:inkChg>
        <pc:inkChg chg="add mod">
          <ac:chgData name="Qi Wang (C)" userId="47f57cf1-ee02-47ad-8d26-5c8ec5a7ac88" providerId="ADAL" clId="{96735674-DF1F-42CC-91C9-1F33DDB206B0}" dt="2026-06-04T15:52:16.159" v="6120"/>
          <ac:inkMkLst>
            <pc:docMk/>
            <pc:sldMk cId="134281394" sldId="260"/>
            <ac:inkMk id="23" creationId="{4C50174E-2E6E-87BB-0858-F751ADC90098}"/>
          </ac:inkMkLst>
        </pc:inkChg>
        <pc:inkChg chg="add mod">
          <ac:chgData name="Qi Wang (C)" userId="47f57cf1-ee02-47ad-8d26-5c8ec5a7ac88" providerId="ADAL" clId="{96735674-DF1F-42CC-91C9-1F33DDB206B0}" dt="2026-06-04T15:52:16.159" v="6120"/>
          <ac:inkMkLst>
            <pc:docMk/>
            <pc:sldMk cId="134281394" sldId="260"/>
            <ac:inkMk id="24" creationId="{48819777-8614-A818-3757-78FE2DA23775}"/>
          </ac:inkMkLst>
        </pc:inkChg>
        <pc:inkChg chg="add mod">
          <ac:chgData name="Qi Wang (C)" userId="47f57cf1-ee02-47ad-8d26-5c8ec5a7ac88" providerId="ADAL" clId="{96735674-DF1F-42CC-91C9-1F33DDB206B0}" dt="2026-06-04T15:52:16.159" v="6120"/>
          <ac:inkMkLst>
            <pc:docMk/>
            <pc:sldMk cId="134281394" sldId="260"/>
            <ac:inkMk id="27" creationId="{0E896514-7CB8-91B2-47C4-06879F2020F4}"/>
          </ac:inkMkLst>
        </pc:inkChg>
        <pc:inkChg chg="add mod">
          <ac:chgData name="Qi Wang (C)" userId="47f57cf1-ee02-47ad-8d26-5c8ec5a7ac88" providerId="ADAL" clId="{96735674-DF1F-42CC-91C9-1F33DDB206B0}" dt="2026-06-04T15:53:59.814" v="6132"/>
          <ac:inkMkLst>
            <pc:docMk/>
            <pc:sldMk cId="134281394" sldId="260"/>
            <ac:inkMk id="29" creationId="{0D2FB5E6-8DDA-C5E6-292A-7EF661A235E9}"/>
          </ac:inkMkLst>
        </pc:inkChg>
        <pc:inkChg chg="add mod">
          <ac:chgData name="Qi Wang (C)" userId="47f57cf1-ee02-47ad-8d26-5c8ec5a7ac88" providerId="ADAL" clId="{96735674-DF1F-42CC-91C9-1F33DDB206B0}" dt="2026-06-04T15:53:59.814" v="6132"/>
          <ac:inkMkLst>
            <pc:docMk/>
            <pc:sldMk cId="134281394" sldId="260"/>
            <ac:inkMk id="30" creationId="{0BFD4D7A-0369-66CE-89F1-D9C17072F68F}"/>
          </ac:inkMkLst>
        </pc:inkChg>
        <pc:inkChg chg="add mod">
          <ac:chgData name="Qi Wang (C)" userId="47f57cf1-ee02-47ad-8d26-5c8ec5a7ac88" providerId="ADAL" clId="{96735674-DF1F-42CC-91C9-1F33DDB206B0}" dt="2026-06-04T15:53:59.814" v="6132"/>
          <ac:inkMkLst>
            <pc:docMk/>
            <pc:sldMk cId="134281394" sldId="260"/>
            <ac:inkMk id="31" creationId="{E0D993D2-C2E4-4F84-EAFD-F24DB18B8FAC}"/>
          </ac:inkMkLst>
        </pc:inkChg>
        <pc:inkChg chg="add mod">
          <ac:chgData name="Qi Wang (C)" userId="47f57cf1-ee02-47ad-8d26-5c8ec5a7ac88" providerId="ADAL" clId="{96735674-DF1F-42CC-91C9-1F33DDB206B0}" dt="2026-06-04T15:53:59.814" v="6132"/>
          <ac:inkMkLst>
            <pc:docMk/>
            <pc:sldMk cId="134281394" sldId="260"/>
            <ac:inkMk id="32" creationId="{A189C1BA-A4CE-4A05-01F0-15275507B487}"/>
          </ac:inkMkLst>
        </pc:inkChg>
        <pc:inkChg chg="add mod">
          <ac:chgData name="Qi Wang (C)" userId="47f57cf1-ee02-47ad-8d26-5c8ec5a7ac88" providerId="ADAL" clId="{96735674-DF1F-42CC-91C9-1F33DDB206B0}" dt="2026-06-04T15:53:59.814" v="6132"/>
          <ac:inkMkLst>
            <pc:docMk/>
            <pc:sldMk cId="134281394" sldId="260"/>
            <ac:inkMk id="33" creationId="{8A5A1428-C263-5C81-C8CB-08702BA25268}"/>
          </ac:inkMkLst>
        </pc:inkChg>
        <pc:inkChg chg="add mod">
          <ac:chgData name="Qi Wang (C)" userId="47f57cf1-ee02-47ad-8d26-5c8ec5a7ac88" providerId="ADAL" clId="{96735674-DF1F-42CC-91C9-1F33DDB206B0}" dt="2026-06-04T15:53:59.814" v="6132"/>
          <ac:inkMkLst>
            <pc:docMk/>
            <pc:sldMk cId="134281394" sldId="260"/>
            <ac:inkMk id="34" creationId="{23CB5B39-6021-BADA-422C-E8ADEA927B35}"/>
          </ac:inkMkLst>
        </pc:inkChg>
        <pc:inkChg chg="add del mod">
          <ac:chgData name="Qi Wang (C)" userId="47f57cf1-ee02-47ad-8d26-5c8ec5a7ac88" providerId="ADAL" clId="{96735674-DF1F-42CC-91C9-1F33DDB206B0}" dt="2026-06-04T16:23:00.232" v="6137" actId="478"/>
          <ac:inkMkLst>
            <pc:docMk/>
            <pc:sldMk cId="134281394" sldId="260"/>
            <ac:inkMk id="36" creationId="{F52089EC-38E6-4C30-2395-FB1718D6203E}"/>
          </ac:inkMkLst>
        </pc:inkChg>
        <pc:inkChg chg="add del mod">
          <ac:chgData name="Qi Wang (C)" userId="47f57cf1-ee02-47ad-8d26-5c8ec5a7ac88" providerId="ADAL" clId="{96735674-DF1F-42CC-91C9-1F33DDB206B0}" dt="2026-06-04T16:23:05.538" v="6143" actId="478"/>
          <ac:inkMkLst>
            <pc:docMk/>
            <pc:sldMk cId="134281394" sldId="260"/>
            <ac:inkMk id="38" creationId="{180AB76D-A99F-6B9E-F3BE-93CED3C1F007}"/>
          </ac:inkMkLst>
        </pc:inkChg>
        <pc:inkChg chg="add mod">
          <ac:chgData name="Qi Wang (C)" userId="47f57cf1-ee02-47ad-8d26-5c8ec5a7ac88" providerId="ADAL" clId="{96735674-DF1F-42CC-91C9-1F33DDB206B0}" dt="2026-06-04T15:52:16.159" v="6120"/>
          <ac:inkMkLst>
            <pc:docMk/>
            <pc:sldMk cId="134281394" sldId="260"/>
            <ac:inkMk id="40" creationId="{7E86D060-C430-8F35-BB26-CD27B2779DE5}"/>
          </ac:inkMkLst>
        </pc:inkChg>
        <pc:inkChg chg="add del">
          <ac:chgData name="Qi Wang (C)" userId="47f57cf1-ee02-47ad-8d26-5c8ec5a7ac88" providerId="ADAL" clId="{96735674-DF1F-42CC-91C9-1F33DDB206B0}" dt="2026-06-04T16:23:00.883" v="6138" actId="478"/>
          <ac:inkMkLst>
            <pc:docMk/>
            <pc:sldMk cId="134281394" sldId="260"/>
            <ac:inkMk id="42" creationId="{D4896AF3-8349-9733-267C-D14B933723A5}"/>
          </ac:inkMkLst>
        </pc:inkChg>
        <pc:inkChg chg="add mod">
          <ac:chgData name="Qi Wang (C)" userId="47f57cf1-ee02-47ad-8d26-5c8ec5a7ac88" providerId="ADAL" clId="{96735674-DF1F-42CC-91C9-1F33DDB206B0}" dt="2026-06-04T15:53:40.748" v="6129"/>
          <ac:inkMkLst>
            <pc:docMk/>
            <pc:sldMk cId="134281394" sldId="260"/>
            <ac:inkMk id="43" creationId="{AC5154AC-F4AC-6AD3-F34D-55576504DB5B}"/>
          </ac:inkMkLst>
        </pc:inkChg>
        <pc:inkChg chg="add mod">
          <ac:chgData name="Qi Wang (C)" userId="47f57cf1-ee02-47ad-8d26-5c8ec5a7ac88" providerId="ADAL" clId="{96735674-DF1F-42CC-91C9-1F33DDB206B0}" dt="2026-06-04T15:53:40.748" v="6129"/>
          <ac:inkMkLst>
            <pc:docMk/>
            <pc:sldMk cId="134281394" sldId="260"/>
            <ac:inkMk id="44" creationId="{3F127667-AB6A-680B-84C8-79AEC937BD1E}"/>
          </ac:inkMkLst>
        </pc:inkChg>
        <pc:inkChg chg="add del mod">
          <ac:chgData name="Qi Wang (C)" userId="47f57cf1-ee02-47ad-8d26-5c8ec5a7ac88" providerId="ADAL" clId="{96735674-DF1F-42CC-91C9-1F33DDB206B0}" dt="2026-06-04T15:53:59.814" v="6132"/>
          <ac:inkMkLst>
            <pc:docMk/>
            <pc:sldMk cId="134281394" sldId="260"/>
            <ac:inkMk id="46" creationId="{5DF4EF5E-3F95-7867-FCE1-A092AABCE98A}"/>
          </ac:inkMkLst>
        </pc:inkChg>
        <pc:inkChg chg="add del">
          <ac:chgData name="Qi Wang (C)" userId="47f57cf1-ee02-47ad-8d26-5c8ec5a7ac88" providerId="ADAL" clId="{96735674-DF1F-42CC-91C9-1F33DDB206B0}" dt="2026-06-04T15:53:59.811" v="6130"/>
          <ac:inkMkLst>
            <pc:docMk/>
            <pc:sldMk cId="134281394" sldId="260"/>
            <ac:inkMk id="48" creationId="{515A333C-1407-17F7-967A-2BA4C85CFCA6}"/>
          </ac:inkMkLst>
        </pc:inkChg>
        <pc:inkChg chg="add mod">
          <ac:chgData name="Qi Wang (C)" userId="47f57cf1-ee02-47ad-8d26-5c8ec5a7ac88" providerId="ADAL" clId="{96735674-DF1F-42CC-91C9-1F33DDB206B0}" dt="2026-06-04T15:53:40.748" v="6129"/>
          <ac:inkMkLst>
            <pc:docMk/>
            <pc:sldMk cId="134281394" sldId="260"/>
            <ac:inkMk id="49" creationId="{BCC0203B-F5D7-48FF-73CA-C6755F621354}"/>
          </ac:inkMkLst>
        </pc:inkChg>
      </pc:sldChg>
      <pc:sldChg chg="modSp add del mod">
        <pc:chgData name="Qi Wang (C)" userId="47f57cf1-ee02-47ad-8d26-5c8ec5a7ac88" providerId="ADAL" clId="{96735674-DF1F-42CC-91C9-1F33DDB206B0}" dt="2026-06-03T19:36:23.147" v="4459" actId="47"/>
        <pc:sldMkLst>
          <pc:docMk/>
          <pc:sldMk cId="262394265" sldId="260"/>
        </pc:sldMkLst>
      </pc:sldChg>
      <pc:sldChg chg="new del">
        <pc:chgData name="Qi Wang (C)" userId="47f57cf1-ee02-47ad-8d26-5c8ec5a7ac88" providerId="ADAL" clId="{96735674-DF1F-42CC-91C9-1F33DDB206B0}" dt="2026-06-03T19:53:09.584" v="5317" actId="47"/>
        <pc:sldMkLst>
          <pc:docMk/>
          <pc:sldMk cId="3886161547" sldId="260"/>
        </pc:sldMkLst>
      </pc:sldChg>
      <pc:sldChg chg="modSp new del mod">
        <pc:chgData name="Qi Wang (C)" userId="47f57cf1-ee02-47ad-8d26-5c8ec5a7ac88" providerId="ADAL" clId="{96735674-DF1F-42CC-91C9-1F33DDB206B0}" dt="2026-06-03T19:36:22.671" v="4458" actId="47"/>
        <pc:sldMkLst>
          <pc:docMk/>
          <pc:sldMk cId="1176338693" sldId="261"/>
        </pc:sldMkLst>
      </pc:sldChg>
      <pc:sldChg chg="modSp new del mod">
        <pc:chgData name="Qi Wang (C)" userId="47f57cf1-ee02-47ad-8d26-5c8ec5a7ac88" providerId="ADAL" clId="{96735674-DF1F-42CC-91C9-1F33DDB206B0}" dt="2026-06-03T19:36:22.433" v="4457" actId="47"/>
        <pc:sldMkLst>
          <pc:docMk/>
          <pc:sldMk cId="679711693" sldId="262"/>
        </pc:sldMkLst>
      </pc:sldChg>
      <pc:sldChg chg="modSp new del mod">
        <pc:chgData name="Qi Wang (C)" userId="47f57cf1-ee02-47ad-8d26-5c8ec5a7ac88" providerId="ADAL" clId="{96735674-DF1F-42CC-91C9-1F33DDB206B0}" dt="2026-06-03T19:36:22.179" v="4456" actId="47"/>
        <pc:sldMkLst>
          <pc:docMk/>
          <pc:sldMk cId="2278009393" sldId="263"/>
        </pc:sldMkLst>
      </pc:sldChg>
      <pc:sldChg chg="modSp new del mod">
        <pc:chgData name="Qi Wang (C)" userId="47f57cf1-ee02-47ad-8d26-5c8ec5a7ac88" providerId="ADAL" clId="{96735674-DF1F-42CC-91C9-1F33DDB206B0}" dt="2026-06-03T19:36:21.861" v="4455" actId="47"/>
        <pc:sldMkLst>
          <pc:docMk/>
          <pc:sldMk cId="4220830436" sldId="264"/>
        </pc:sldMkLst>
      </pc:sldChg>
      <pc:sldChg chg="modSp new del mod">
        <pc:chgData name="Qi Wang (C)" userId="47f57cf1-ee02-47ad-8d26-5c8ec5a7ac88" providerId="ADAL" clId="{96735674-DF1F-42CC-91C9-1F33DDB206B0}" dt="2026-06-03T19:36:21.527" v="4454" actId="47"/>
        <pc:sldMkLst>
          <pc:docMk/>
          <pc:sldMk cId="3578362727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E0744-6B74-13B2-6FE2-A475EF3C0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01F31-2E45-9F7F-8776-BFED64767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E735D-D40E-72D1-81AE-87676EF5C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84237-4F28-4F17-9C82-C4566EEA86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D06B8-E935-679E-C73D-D6CDC44BA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8A885-5046-F800-453E-EAC63AC75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14341-5808-4D5B-8A7C-2109BB75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45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0E310-DF24-B3EB-1CBC-32E0F0EF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AABD-51B7-C78A-946D-75DD85C50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DE96B-9460-7B81-F467-9DB23751F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84237-4F28-4F17-9C82-C4566EEA86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B95A6-4B85-A780-4702-7DAEF442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0AE36-0B1E-2440-94EA-7585B736B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14341-5808-4D5B-8A7C-2109BB75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74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0D4C-E461-F6B1-CBB5-D9F9F0485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FB894-6B5A-05A5-5C4C-359BECEC5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60FC8-A36D-9D97-9F86-21F6583D4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84237-4F28-4F17-9C82-C4566EEA86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A8CF8-0D80-E10F-57D0-530E95EE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434C2-4ACC-2504-F4F5-22CEDF97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14341-5808-4D5B-8A7C-2109BB75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5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822A-1808-F56F-24B4-0048945B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8CE4A-E8F4-BF58-66EB-E9B799ED6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F2D65-B367-967C-BFD0-073863FC7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F4CF5-FB18-512A-E873-1A5E34296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84237-4F28-4F17-9C82-C4566EEA86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F8642-7D4E-D89A-361F-021C32A6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D32AF-AD88-B3AC-681E-9CF2974A2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14341-5808-4D5B-8A7C-2109BB75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65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8D047-B156-5F34-CD87-AE235542C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CBD86-D6FA-1E90-B57C-5AEC25C20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8D545-A61D-3D45-483E-991AD89DC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7B3EED-3959-686E-C5D7-5BC4213C7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E37835-BBF1-018C-6C9A-74188822A0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9440C3-369F-B084-590F-6A1EDAE62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84237-4F28-4F17-9C82-C4566EEA86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E42245-13BA-7A26-4B9A-579F89BDB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651EE9-B8FC-898C-07C0-07FE20FB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14341-5808-4D5B-8A7C-2109BB75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60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5872C-680B-8436-EB01-33438B5CA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C39D65-70F9-48DB-9DFF-345DB5C1C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84237-4F28-4F17-9C82-C4566EEA86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9A14B-EDB0-AE83-B4EE-3A1D2C29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7E792-9E1E-9129-D0D2-77C287B54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14341-5808-4D5B-8A7C-2109BB75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57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577B8B-2C7E-89F7-7E54-F98D856C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84237-4F28-4F17-9C82-C4566EEA86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5F499-B841-9AD2-0054-39E48F84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924C1-48A3-B1A5-3DA3-18C990D3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14341-5808-4D5B-8A7C-2109BB75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31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AA0B1-E3DA-C994-6F87-BB04A4821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C6EFF-9B6E-4C85-FA66-6DBC1CF01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CEDD9-3C97-A7C7-C297-301EF163F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F85D1-9933-A5A4-7082-B1900DACD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84237-4F28-4F17-9C82-C4566EEA86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C8D2D-2AE8-B16C-56FE-0F92A287C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5950D-F114-86BC-4666-28DBC83FC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14341-5808-4D5B-8A7C-2109BB75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4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11CA3-C704-69AC-8756-5AA475352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13B00F-3D35-4AF8-8932-D541D5B801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03041-F200-329B-A327-DFCBFAA0D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F98B2-94AE-EDF9-BB7D-03E501069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84237-4F28-4F17-9C82-C4566EEA86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A992A-A0FF-68D5-FF0F-F8A28AC84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00BAD-3F93-9F38-9D58-4F2EFC25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14341-5808-4D5B-8A7C-2109BB75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15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43F8-52DE-CF9A-66D8-A09F1DA99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2C8CE-08C1-BBC8-633F-00912FCCC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811D4-C123-0398-E7DB-2A6069F7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84237-4F28-4F17-9C82-C4566EEA86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DBA9E-91AF-0A25-C953-06A164D16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D156A-59BC-5045-7B5E-04F278B03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14341-5808-4D5B-8A7C-2109BB75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89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75FF73-58C9-184C-C6E6-EC301A7294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E9007-8F6D-C174-0274-84F8AF891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5D87-C83A-B7C5-98B6-AED8898B7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84237-4F28-4F17-9C82-C4566EEA86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4F9DF-05C0-09E0-F1EA-3B833145C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424FE-0E65-7C7E-2DFE-BBD5C1F2E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14341-5808-4D5B-8A7C-2109BB75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8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6EE263-747C-FC12-09B8-56EF20EB3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5F399-C598-0C09-81DD-E3614BA93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8D7A3-1C3C-38AB-F702-460C4E4A19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084237-4F28-4F17-9C82-C4566EEA86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B1F36-D4F5-E425-F169-BD884AE7BD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94FFC-7951-845D-C461-73ECE0181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14341-5808-4D5B-8A7C-2109BB75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05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BA33F-5CE1-296B-DB39-FF18A0742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0428-182C-1495-C5C8-34BC388DC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13097"/>
            <a:ext cx="9144000" cy="1031806"/>
          </a:xfrm>
        </p:spPr>
        <p:txBody>
          <a:bodyPr>
            <a:normAutofit/>
          </a:bodyPr>
          <a:lstStyle/>
          <a:p>
            <a:r>
              <a:rPr lang="en-US" dirty="0"/>
              <a:t>Core level metrics</a:t>
            </a:r>
          </a:p>
        </p:txBody>
      </p:sp>
    </p:spTree>
    <p:extLst>
      <p:ext uri="{BB962C8B-B14F-4D97-AF65-F5344CB8AC3E}">
        <p14:creationId xmlns:p14="http://schemas.microsoft.com/office/powerpoint/2010/main" val="959629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7779C-383B-7DC4-2FB6-512AECA2C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5BC20-3DB8-F314-DD44-2C65DBE81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037DF2C-EE40-D853-C395-5C973FE6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2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019FA-9174-5B34-D067-36DCCFAC6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146F8-D0B0-4CC2-93B3-E8100A0A9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13097"/>
            <a:ext cx="9144000" cy="1031806"/>
          </a:xfrm>
        </p:spPr>
        <p:txBody>
          <a:bodyPr>
            <a:normAutofit/>
          </a:bodyPr>
          <a:lstStyle/>
          <a:p>
            <a:r>
              <a:rPr lang="en-US" dirty="0"/>
              <a:t>Time in range metrics</a:t>
            </a:r>
          </a:p>
        </p:txBody>
      </p:sp>
    </p:spTree>
    <p:extLst>
      <p:ext uri="{BB962C8B-B14F-4D97-AF65-F5344CB8AC3E}">
        <p14:creationId xmlns:p14="http://schemas.microsoft.com/office/powerpoint/2010/main" val="61964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1738B-3178-1D43-CF23-C221C66BC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in range</a:t>
            </a:r>
          </a:p>
          <a:p>
            <a:r>
              <a:rPr lang="en-US" dirty="0"/>
              <a:t>Time above 250</a:t>
            </a:r>
          </a:p>
          <a:p>
            <a:r>
              <a:rPr lang="en-US" dirty="0"/>
              <a:t>Time below range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9524F5-77FF-F3EA-3E90-59352BA67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2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AE18C-1931-3170-86BA-F3771B416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7EE0-9863-7153-D9DD-99AF18BB2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13097"/>
            <a:ext cx="9144000" cy="1031806"/>
          </a:xfrm>
        </p:spPr>
        <p:txBody>
          <a:bodyPr>
            <a:normAutofit/>
          </a:bodyPr>
          <a:lstStyle/>
          <a:p>
            <a:r>
              <a:rPr lang="en-US" dirty="0"/>
              <a:t>Variability metrics</a:t>
            </a:r>
          </a:p>
        </p:txBody>
      </p:sp>
    </p:spTree>
    <p:extLst>
      <p:ext uri="{BB962C8B-B14F-4D97-AF65-F5344CB8AC3E}">
        <p14:creationId xmlns:p14="http://schemas.microsoft.com/office/powerpoint/2010/main" val="2157458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4326F-B739-7F62-F7E0-F1642F794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SD</a:t>
            </a:r>
          </a:p>
          <a:p>
            <a:r>
              <a:rPr lang="en-US" dirty="0"/>
              <a:t>CV</a:t>
            </a:r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0F633E4-39B4-FA8B-2FE0-E39F413BC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83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DAE5604B53BF4A8DA82C68281BB73C" ma:contentTypeVersion="10" ma:contentTypeDescription="Create a new document." ma:contentTypeScope="" ma:versionID="57b698955d78835cc68d854812e4921e">
  <xsd:schema xmlns:xsd="http://www.w3.org/2001/XMLSchema" xmlns:xs="http://www.w3.org/2001/XMLSchema" xmlns:p="http://schemas.microsoft.com/office/2006/metadata/properties" xmlns:ns2="0bdc108f-a2f8-44be-8ab0-26b01fbc9b59" xmlns:ns3="0540f34b-2d53-4e80-8261-e5e382091ca9" targetNamespace="http://schemas.microsoft.com/office/2006/metadata/properties" ma:root="true" ma:fieldsID="849d54a2fadb36fefbcf261f40006cdd" ns2:_="" ns3:_="">
    <xsd:import namespace="0bdc108f-a2f8-44be-8ab0-26b01fbc9b59"/>
    <xsd:import namespace="0540f34b-2d53-4e80-8261-e5e382091c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dc108f-a2f8-44be-8ab0-26b01fbc9b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cb4a2c8-b540-43d0-a1f2-8c391e3659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40f34b-2d53-4e80-8261-e5e382091c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072e287-c253-4b23-add7-9ce7bcd36f50}" ma:internalName="TaxCatchAll" ma:showField="CatchAllData" ma:web="0540f34b-2d53-4e80-8261-e5e382091c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bdc108f-a2f8-44be-8ab0-26b01fbc9b59">
      <Terms xmlns="http://schemas.microsoft.com/office/infopath/2007/PartnerControls"/>
    </lcf76f155ced4ddcb4097134ff3c332f>
    <TaxCatchAll xmlns="0540f34b-2d53-4e80-8261-e5e382091ca9" xsi:nil="true"/>
  </documentManagement>
</p:properties>
</file>

<file path=customXml/itemProps1.xml><?xml version="1.0" encoding="utf-8"?>
<ds:datastoreItem xmlns:ds="http://schemas.openxmlformats.org/officeDocument/2006/customXml" ds:itemID="{70FD4353-8C98-4AAE-AAB2-D5808C2E91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dc108f-a2f8-44be-8ab0-26b01fbc9b59"/>
    <ds:schemaRef ds:uri="0540f34b-2d53-4e80-8261-e5e382091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253AF0-FA4A-42BF-9803-42088B7468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C608AC-728D-4879-8121-034965370A1E}">
  <ds:schemaRefs>
    <ds:schemaRef ds:uri="http://schemas.microsoft.com/office/2006/metadata/properties"/>
    <ds:schemaRef ds:uri="http://schemas.microsoft.com/office/infopath/2007/PartnerControls"/>
    <ds:schemaRef ds:uri="0bdc108f-a2f8-44be-8ab0-26b01fbc9b59"/>
    <ds:schemaRef ds:uri="0540f34b-2d53-4e80-8261-e5e382091ca9"/>
  </ds:schemaRefs>
</ds:datastoreItem>
</file>

<file path=docMetadata/LabelInfo.xml><?xml version="1.0" encoding="utf-8"?>
<clbl:labelList xmlns:clbl="http://schemas.microsoft.com/office/2020/mipLabelMetadata">
  <clbl:label id="{0a736f1a-6d66-4d7b-be62-d43e1e9bdc3b}" enabled="1" method="Standard" siteId="{69ce8198-0346-4196-b83f-1ae289c868d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2214</TotalTime>
  <Words>21</Words>
  <Application>Microsoft Office PowerPoint</Application>
  <PresentationFormat>Widescreen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Core level metrics</vt:lpstr>
      <vt:lpstr>PowerPoint Presentation</vt:lpstr>
      <vt:lpstr>Time in range metrics</vt:lpstr>
      <vt:lpstr>PowerPoint Presentation</vt:lpstr>
      <vt:lpstr>Variability metrics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 Wang (C)</dc:creator>
  <cp:lastModifiedBy>Vincent Tan (he/him/his)</cp:lastModifiedBy>
  <cp:revision>3</cp:revision>
  <dcterms:created xsi:type="dcterms:W3CDTF">2026-05-27T14:09:15Z</dcterms:created>
  <dcterms:modified xsi:type="dcterms:W3CDTF">2026-08-30T18:13:17Z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0x0101001FDAE5604B53BF4A8DA82C68281BB73C</vt:lpwstr>
  </property>
</Properties>
</file>